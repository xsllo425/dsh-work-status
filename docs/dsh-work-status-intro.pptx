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9AA0A8"/>
                </a:solidFill>
                <a:latin typeface="Noto Sans SC"/>
              </a:rPr>
              <a:t>DEEPSEEK HARNESS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5400" b="1">
                <a:solidFill>
                  <a:srgbClr val="1F2329"/>
                </a:solidFill>
                <a:latin typeface="Noto Serif SC"/>
              </a:rPr>
              <a:t>工作状态可视化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600" b="0">
                <a:solidFill>
                  <a:srgbClr val="D97757"/>
                </a:solidFill>
                <a:latin typeface="Noto Sans SC"/>
              </a:rPr>
              <a:t>dsh-work-status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20440"/>
            <a:ext cx="1463040" cy="25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700" b="0">
                <a:solidFill>
                  <a:srgbClr val="6B7280"/>
                </a:solidFill>
                <a:latin typeface="Noto Sans SC"/>
              </a:rPr>
              <a:t>把「Agent 现在在做什么」变成标题栏上的一行状态：点开是目标、当前步、最近的记录与上一轮。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9AA0A8"/>
                </a:solidFill>
                <a:latin typeface="Noto Sans SC"/>
              </a:rPr>
              <a:t>v0.7.0 · MIT · 无运行时依赖 · 不调用模型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9AA0A8"/>
                </a:solidFill>
                <a:latin typeface="Noto Sans SC"/>
              </a:rPr>
              <a:t>为什么要它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8412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3200" b="1">
                <a:solidFill>
                  <a:srgbClr val="1F2329"/>
                </a:solidFill>
                <a:latin typeface="Noto Serif SC"/>
              </a:rPr>
              <a:t>长任务里，用户只看得到滚动的记录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D97757"/>
                </a:solidFill>
                <a:latin typeface="Noto Sans SC"/>
              </a:rPr>
              <a:t>在做什么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51460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Noto Sans SC"/>
              </a:rPr>
              <a:t>工具在跑，还是模型在想？一眼看不出来。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D97757"/>
                </a:solidFill>
                <a:latin typeface="Noto Sans SC"/>
              </a:rPr>
              <a:t>做到哪了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61188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Noto Sans SC"/>
              </a:rPr>
              <a:t>滑到哪儿算哪儿，没有“本轮已有几步、哪里失败过”的总览。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D97757"/>
                </a:solidFill>
                <a:latin typeface="Noto Sans SC"/>
              </a:rPr>
              <a:t>上一轮干了啥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70916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Noto Sans SC"/>
              </a:rPr>
              <a:t>换了一轮，前面的脉络就散了。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806440"/>
            <a:ext cx="6949440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9AA0A8"/>
                </a:solidFill>
                <a:latin typeface="Noto Sans SC"/>
              </a:rPr>
              <a:t>插件不改模型、不改会话，只把已有事件整理成一句话。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9AA0A8"/>
                </a:solidFill>
                <a:latin typeface="Noto Sans SC"/>
              </a:rPr>
              <a:t>界面：一行状态 + 一个面板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3000" b="1">
                <a:solidFill>
                  <a:srgbClr val="1F2329"/>
                </a:solidFill>
                <a:latin typeface="Noto Serif SC"/>
              </a:rPr>
              <a:t>不抢注意力，点开才展开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F2329"/>
                </a:solidFill>
                <a:latin typeface="Noto Sans SC"/>
              </a:rPr>
              <a:t>① 这一轮在做什么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60903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Noto Sans SC"/>
              </a:rPr>
              <a:t>正在进行的那一步，带流光圆环与用时。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0098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F2329"/>
                </a:solidFill>
                <a:latin typeface="Noto Sans SC"/>
              </a:rPr>
              <a:t>② 目标与三项指标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3016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Noto Sans SC"/>
              </a:rPr>
              <a:t>目标两行截断；模型推理 / 工具调用 / 上下文压缩。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7024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F2329"/>
                </a:solidFill>
                <a:latin typeface="Noto Sans SC"/>
              </a:rPr>
              <a:t>③ 时间轨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99432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Noto Sans SC"/>
              </a:rPr>
              <a:t>最近的记录按时间排，失败行留红并可直接读原因。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395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1F2329"/>
                </a:solidFill>
                <a:latin typeface="Noto Sans SC"/>
              </a:rPr>
              <a:t>④ 上一轮与日志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68696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Noto Sans SC"/>
              </a:rPr>
              <a:t>上一轮折叠成一行，日志页可翻全部。</a:t>
            </a:r>
          </a:p>
        </p:txBody>
      </p:sp>
      <p:pic>
        <p:nvPicPr>
          <p:cNvPr id="13" name="Picture 12" descr="panel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382" y="1051560"/>
            <a:ext cx="414961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9AA0A8"/>
                </a:solidFill>
                <a:latin typeface="Noto Sans SC"/>
              </a:rPr>
              <a:t>数字从哪来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3200" b="1">
                <a:solidFill>
                  <a:srgbClr val="1F2329"/>
                </a:solidFill>
                <a:latin typeface="Noto Serif SC"/>
              </a:rPr>
              <a:t>三档说法，从不编百分比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D97757"/>
                </a:solidFill>
                <a:latin typeface="Noto Sans SC"/>
              </a:rPr>
              <a:t>确定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5146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Noto Sans SC"/>
              </a:rPr>
              <a:t>有真实待办清单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5146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1F2329"/>
                </a:solidFill>
                <a:latin typeface="Consolas"/>
              </a:rPr>
              <a:t>3/4 项 · 75%（按当前清单）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081528"/>
            <a:ext cx="9966960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D97757"/>
                </a:solidFill>
                <a:latin typeface="Noto Sans SC"/>
              </a:rPr>
              <a:t>步参照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474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Noto Sans SC"/>
              </a:rPr>
              <a:t>有同会话或本机的同类样本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47472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1F2329"/>
                </a:solidFill>
                <a:latin typeface="Consolas"/>
              </a:rPr>
              <a:t>本步 4.3s · 同类通常 3–8s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41648"/>
            <a:ext cx="9966960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D97757"/>
                </a:solidFill>
                <a:latin typeface="Noto Sans SC"/>
              </a:rPr>
              <a:t>未知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4348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Noto Sans SC"/>
              </a:rPr>
              <a:t>什么都没有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4348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1F2329"/>
                </a:solidFill>
                <a:latin typeface="Consolas"/>
              </a:rPr>
              <a:t>未知 · 已 1m12s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001768"/>
            <a:ext cx="9966960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9AA0A8"/>
                </a:solidFill>
                <a:latin typeface="Noto Sans SC"/>
              </a:rPr>
              <a:t>整轮 ETA 在一万四千轮真实日志上做过对照，结论是它不可靠，所以没有做。同类参照的样本来自同一台机器。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9AA0A8"/>
                </a:solidFill>
                <a:latin typeface="Noto Sans SC"/>
              </a:rPr>
              <a:t>边界写进代码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3200" b="1">
                <a:solidFill>
                  <a:srgbClr val="1F2329"/>
                </a:solidFill>
                <a:latin typeface="Noto Serif SC"/>
              </a:rPr>
              <a:t>只在本机，只存数字，随时能删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Noto Sans SC"/>
              </a:rPr>
              <a:t>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1F2329"/>
                </a:solidFill>
                <a:latin typeface="Noto Sans SC"/>
              </a:rPr>
              <a:t>不额外调用模型，不往提示词里塞东西。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5526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Noto Sans SC"/>
              </a:rPr>
              <a:t>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55264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1F2329"/>
                </a:solidFill>
                <a:latin typeface="Noto Sans SC"/>
              </a:rPr>
              <a:t>跨会话只记「工具名 + 毫秒数」，不含路径、命令、提示词、会话 id。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41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Noto Sans S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041648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1F2329"/>
                </a:solidFill>
                <a:latin typeface="Noto Sans SC"/>
              </a:rPr>
              <a:t>记忆文件可一键清掉：npm run reset-stats（加 -- --dry 先看路径）。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280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Noto Sans S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828032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1F2329"/>
                </a:solidFill>
                <a:latin typeface="Noto Sans SC"/>
              </a:rPr>
              <a:t>结果没回来就写「结果未知」，不猜；百分比只在有真实总数时出现。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1441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D97757"/>
                </a:solidFill>
                <a:latin typeface="Noto Sans S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61441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>
                <a:solidFill>
                  <a:srgbClr val="1F2329"/>
                </a:solidFill>
                <a:latin typeface="Noto Sans SC"/>
              </a:rPr>
              <a:t>桌宠联动属主题内部实现，给 &lt;html data-dws-pet="off"&gt; 即停用。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9AA0A8"/>
                </a:solidFill>
                <a:latin typeface="Noto Sans SC"/>
              </a:rPr>
              <a:t>安装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3200" b="1">
                <a:solidFill>
                  <a:srgbClr val="1F2329"/>
                </a:solidFill>
                <a:latin typeface="Noto Serif SC"/>
              </a:rPr>
              <a:t>三步，不需要构建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 b="1">
                <a:solidFill>
                  <a:srgbClr val="D97757"/>
                </a:solidFill>
                <a:latin typeface="Noto Serif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77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1F2329"/>
                </a:solidFill>
                <a:latin typeface="Noto Sans SC"/>
              </a:rPr>
              <a:t>放进 profile 的插件目录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6148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onsolas"/>
              </a:rPr>
              <a:t>C:\Users\&lt;you&gt;\.dsh\profiles\desktop\node_modules\dsh-work-status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9300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 b="1">
                <a:solidFill>
                  <a:srgbClr val="D97757"/>
                </a:solidFill>
                <a:latin typeface="Noto Serif S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4930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1F2329"/>
                </a:solidFill>
                <a:latin typeface="Noto Sans SC"/>
              </a:rPr>
              <a:t>在加载列表里加一条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8770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onsolas"/>
              </a:rPr>
              <a:t>"dsh-work-status"（profile 的 package.json → dsh.profile.bundles）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0857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 b="1">
                <a:solidFill>
                  <a:srgbClr val="D97757"/>
                </a:solidFill>
                <a:latin typeface="Noto Serif S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60857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1F2329"/>
                </a:solidFill>
                <a:latin typeface="Noto Sans SC"/>
              </a:rPr>
              <a:t>重启 DeepSeek 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9926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Consolas"/>
              </a:rPr>
              <a:t>标题栏出现状态胶囊，点开即面板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97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9AA0A8"/>
                </a:solidFill>
                <a:latin typeface="Noto Sans SC"/>
              </a:rPr>
              <a:t>无运行时依赖；Node 24 下 node --test tests/*.test.mjs 可跑 84 项测试。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3400" b="1">
                <a:solidFill>
                  <a:srgbClr val="1F2329"/>
                </a:solidFill>
                <a:latin typeface="Noto Serif SC"/>
              </a:rPr>
              <a:t>把过程讲清楚，比把过程画漂亮更重要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Noto Sans SC"/>
              </a:rPr>
              <a:t>项目在 E:/DSH/dsh-work-status；docs/HANDOFF.md 写清契约、字段与测试策略，docs/STATS.md 记统计口径，docs/AUDIT.md 记外部审查与修复状态。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2743200" cy="254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400" b="0">
                <a:solidFill>
                  <a:srgbClr val="9AA0A8"/>
                </a:solidFill>
                <a:latin typeface="Noto Sans SC"/>
              </a:rPr>
              <a:t>MIT License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400" b="0">
                <a:solidFill>
                  <a:srgbClr val="9AA0A8"/>
                </a:solidFill>
                <a:latin typeface="Noto Sans SC"/>
              </a:rPr>
              <a:t>派生自 dsh-agent-activity 0.9.0，署名见 NOTICE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